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3"/>
    <p:sldId id="554" r:id="rId4"/>
    <p:sldId id="842" r:id="rId5"/>
    <p:sldId id="843" r:id="rId6"/>
    <p:sldId id="844" r:id="rId7"/>
    <p:sldId id="845" r:id="rId8"/>
    <p:sldId id="846" r:id="rId9"/>
    <p:sldId id="847" r:id="rId10"/>
    <p:sldId id="848" r:id="rId11"/>
    <p:sldId id="849" r:id="rId12"/>
    <p:sldId id="753" r:id="rId13"/>
    <p:sldId id="851" r:id="rId14"/>
    <p:sldId id="852" r:id="rId15"/>
    <p:sldId id="853" r:id="rId16"/>
    <p:sldId id="854" r:id="rId17"/>
    <p:sldId id="855" r:id="rId18"/>
    <p:sldId id="856" r:id="rId19"/>
    <p:sldId id="858" r:id="rId20"/>
    <p:sldId id="859" r:id="rId21"/>
    <p:sldId id="860" r:id="rId22"/>
    <p:sldId id="861" r:id="rId23"/>
    <p:sldId id="862" r:id="rId24"/>
    <p:sldId id="863" r:id="rId25"/>
    <p:sldId id="864" r:id="rId26"/>
    <p:sldId id="865" r:id="rId27"/>
    <p:sldId id="866" r:id="rId28"/>
    <p:sldId id="259" r:id="rId29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9CFE"/>
    <a:srgbClr val="729DFE"/>
    <a:srgbClr val="417DFD"/>
    <a:srgbClr val="709BFE"/>
    <a:srgbClr val="4E83FE"/>
    <a:srgbClr val="99B8FE"/>
    <a:srgbClr val="FFFFFF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4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29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image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35795" y="539750"/>
            <a:ext cx="2001628" cy="612000"/>
          </a:xfrm>
          <a:prstGeom prst="rect">
            <a:avLst/>
          </a:prstGeom>
        </p:spPr>
      </p:pic>
      <p:sp>
        <p:nvSpPr>
          <p:cNvPr id="9" name="任意多边形 8"/>
          <p:cNvSpPr/>
          <p:nvPr userDrawn="1"/>
        </p:nvSpPr>
        <p:spPr>
          <a:xfrm>
            <a:off x="8734425" y="5601970"/>
            <a:ext cx="3458210" cy="12560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85" h="1843">
                <a:moveTo>
                  <a:pt x="3414" y="0"/>
                </a:moveTo>
                <a:cubicBezTo>
                  <a:pt x="3998" y="0"/>
                  <a:pt x="4552" y="120"/>
                  <a:pt x="5052" y="335"/>
                </a:cubicBezTo>
                <a:lnTo>
                  <a:pt x="5085" y="350"/>
                </a:lnTo>
                <a:lnTo>
                  <a:pt x="5085" y="1843"/>
                </a:lnTo>
                <a:lnTo>
                  <a:pt x="0" y="1843"/>
                </a:lnTo>
                <a:lnTo>
                  <a:pt x="11" y="1825"/>
                </a:lnTo>
                <a:cubicBezTo>
                  <a:pt x="709" y="731"/>
                  <a:pt x="1972" y="0"/>
                  <a:pt x="3414" y="0"/>
                </a:cubicBezTo>
                <a:close/>
              </a:path>
            </a:pathLst>
          </a:custGeom>
          <a:gradFill>
            <a:gsLst>
              <a:gs pos="0">
                <a:srgbClr val="4E83FE">
                  <a:alpha val="60000"/>
                </a:srgbClr>
              </a:gs>
              <a:gs pos="100000">
                <a:srgbClr val="4E83FE">
                  <a:alpha val="0"/>
                </a:srgbClr>
              </a:gs>
            </a:gsLst>
            <a:lin ang="5400000" scaled="0"/>
          </a:gra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pic>
        <p:nvPicPr>
          <p:cNvPr id="3" name="图片 2" descr="飞扬老师形象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44330" y="3098165"/>
            <a:ext cx="1971205" cy="34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0353553" y="6011696"/>
            <a:ext cx="920109" cy="118536"/>
            <a:chOff x="908146" y="1355577"/>
            <a:chExt cx="920109" cy="118536"/>
          </a:xfrm>
        </p:grpSpPr>
        <p:sp>
          <p:nvSpPr>
            <p:cNvPr id="21" name="椭圆 20"/>
            <p:cNvSpPr/>
            <p:nvPr/>
          </p:nvSpPr>
          <p:spPr>
            <a:xfrm>
              <a:off x="908146" y="1355577"/>
              <a:ext cx="118536" cy="118536"/>
            </a:xfrm>
            <a:prstGeom prst="ellipse">
              <a:avLst/>
            </a:prstGeom>
            <a:solidFill>
              <a:srgbClr val="417D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75337" y="1355577"/>
              <a:ext cx="118536" cy="118536"/>
            </a:xfrm>
            <a:prstGeom prst="ellipse">
              <a:avLst/>
            </a:prstGeom>
            <a:solidFill>
              <a:srgbClr val="417DF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442528" y="1355577"/>
              <a:ext cx="118536" cy="118536"/>
            </a:xfrm>
            <a:prstGeom prst="ellipse">
              <a:avLst/>
            </a:prstGeom>
            <a:solidFill>
              <a:srgbClr val="417DF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709719" y="1355577"/>
              <a:ext cx="118536" cy="118536"/>
            </a:xfrm>
            <a:prstGeom prst="ellipse">
              <a:avLst/>
            </a:prstGeom>
            <a:solidFill>
              <a:srgbClr val="417DFD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pic>
        <p:nvPicPr>
          <p:cNvPr id="13" name="图片 12" descr="image1"/>
          <p:cNvPicPr>
            <a:picLocks noChangeAspect="1"/>
          </p:cNvPicPr>
          <p:nvPr userDrawn="1"/>
        </p:nvPicPr>
        <p:blipFill>
          <a:blip r:embed="rId2"/>
          <a:srcRect t="18176" b="47167"/>
          <a:stretch>
            <a:fillRect/>
          </a:stretch>
        </p:blipFill>
        <p:spPr>
          <a:xfrm flipH="1" flipV="1">
            <a:off x="0" y="0"/>
            <a:ext cx="12192000" cy="2376805"/>
          </a:xfrm>
          <a:prstGeom prst="rect">
            <a:avLst/>
          </a:prstGeom>
        </p:spPr>
      </p:pic>
      <p:pic>
        <p:nvPicPr>
          <p:cNvPr id="16" name="图片 15" descr="C:/Users/ekinc/Desktop/未标题-1.png未标题-1"/>
          <p:cNvPicPr>
            <a:picLocks noChangeAspect="1"/>
          </p:cNvPicPr>
          <p:nvPr userDrawn="1"/>
        </p:nvPicPr>
        <p:blipFill>
          <a:blip r:embed="rId5"/>
          <a:srcRect t="3" b="3"/>
          <a:stretch>
            <a:fillRect/>
          </a:stretch>
        </p:blipFill>
        <p:spPr>
          <a:xfrm>
            <a:off x="334010" y="276225"/>
            <a:ext cx="1883885" cy="576000"/>
          </a:xfrm>
          <a:prstGeom prst="rect">
            <a:avLst/>
          </a:prstGeom>
        </p:spPr>
      </p:pic>
      <p:pic>
        <p:nvPicPr>
          <p:cNvPr id="3" name="图片 2" descr="未标题-2"/>
          <p:cNvPicPr>
            <a:picLocks noChangeAspect="1"/>
          </p:cNvPicPr>
          <p:nvPr userDrawn="1"/>
        </p:nvPicPr>
        <p:blipFill>
          <a:blip r:embed="rId6"/>
          <a:srcRect t="5937" b="49080"/>
          <a:stretch>
            <a:fillRect/>
          </a:stretch>
        </p:blipFill>
        <p:spPr>
          <a:xfrm>
            <a:off x="8773795" y="0"/>
            <a:ext cx="2585085" cy="2376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26" name="矩形 25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635" y="0"/>
            <a:ext cx="12192000" cy="6857365"/>
          </a:xfrm>
          <a:prstGeom prst="rect">
            <a:avLst/>
          </a:prstGeom>
          <a:solidFill>
            <a:srgbClr val="4E83FE">
              <a:alpha val="50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pic>
        <p:nvPicPr>
          <p:cNvPr id="29" name="图片 28" descr="C:/Users/ekinc/Desktop/未标题-1.png未标题-1"/>
          <p:cNvPicPr>
            <a:picLocks noChangeAspect="1"/>
          </p:cNvPicPr>
          <p:nvPr userDrawn="1"/>
        </p:nvPicPr>
        <p:blipFill>
          <a:blip r:embed="rId5"/>
          <a:srcRect t="3" b="3"/>
          <a:stretch>
            <a:fillRect/>
          </a:stretch>
        </p:blipFill>
        <p:spPr>
          <a:xfrm>
            <a:off x="334010" y="276225"/>
            <a:ext cx="1883885" cy="576000"/>
          </a:xfrm>
          <a:prstGeom prst="rect">
            <a:avLst/>
          </a:prstGeom>
        </p:spPr>
      </p:pic>
      <p:sp>
        <p:nvSpPr>
          <p:cNvPr id="30" name="圆角矩形 29"/>
          <p:cNvSpPr/>
          <p:nvPr userDrawn="1"/>
        </p:nvSpPr>
        <p:spPr>
          <a:xfrm>
            <a:off x="2418715" y="278683"/>
            <a:ext cx="9540000" cy="6300000"/>
          </a:xfrm>
          <a:prstGeom prst="roundRect">
            <a:avLst>
              <a:gd name="adj" fmla="val 54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0" y="1085215"/>
            <a:ext cx="2761615" cy="5760085"/>
            <a:chOff x="0" y="1709"/>
            <a:chExt cx="5102" cy="9090"/>
          </a:xfrm>
        </p:grpSpPr>
        <p:sp>
          <p:nvSpPr>
            <p:cNvPr id="32" name="任意多边形 31"/>
            <p:cNvSpPr/>
            <p:nvPr/>
          </p:nvSpPr>
          <p:spPr>
            <a:xfrm>
              <a:off x="0" y="1709"/>
              <a:ext cx="5102" cy="9090"/>
            </a:xfrm>
            <a:custGeom>
              <a:avLst/>
              <a:gdLst>
                <a:gd name="connsiteX0" fmla="*/ 0 w 5102"/>
                <a:gd name="connsiteY0" fmla="*/ 0 h 9090"/>
                <a:gd name="connsiteX1" fmla="*/ 2767 w 5102"/>
                <a:gd name="connsiteY1" fmla="*/ 4 h 9090"/>
                <a:gd name="connsiteX2" fmla="*/ 5101 w 5102"/>
                <a:gd name="connsiteY2" fmla="*/ 1009 h 9090"/>
                <a:gd name="connsiteX3" fmla="*/ 5102 w 5102"/>
                <a:gd name="connsiteY3" fmla="*/ 9090 h 9090"/>
                <a:gd name="connsiteX4" fmla="*/ 0 w 5102"/>
                <a:gd name="connsiteY4" fmla="*/ 9090 h 9090"/>
                <a:gd name="connsiteX5" fmla="*/ 0 w 5102"/>
                <a:gd name="connsiteY5" fmla="*/ 0 h 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02" h="9090">
                  <a:moveTo>
                    <a:pt x="0" y="0"/>
                  </a:moveTo>
                  <a:lnTo>
                    <a:pt x="2767" y="4"/>
                  </a:lnTo>
                  <a:lnTo>
                    <a:pt x="5101" y="1009"/>
                  </a:lnTo>
                  <a:lnTo>
                    <a:pt x="5102" y="9090"/>
                  </a:lnTo>
                  <a:lnTo>
                    <a:pt x="0" y="9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83FE"/>
            </a:solidFill>
            <a:ln>
              <a:noFill/>
            </a:ln>
            <a:effectLst>
              <a:outerShdw blurRad="393700" dist="63500" dir="5400000" algn="t" rotWithShape="0">
                <a:srgbClr val="4E83FE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endParaRPr lang="zh-CN" altLang="en-US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0" y="1709"/>
              <a:ext cx="5100" cy="4905"/>
            </a:xfrm>
            <a:prstGeom prst="roundRect">
              <a:avLst/>
            </a:prstGeom>
            <a:solidFill>
              <a:srgbClr val="4E83FE"/>
            </a:solidFill>
            <a:ln>
              <a:noFill/>
            </a:ln>
            <a:effectLst>
              <a:outerShdw blurRad="393700" dist="63500" dir="5400000" algn="t" rotWithShape="0">
                <a:srgbClr val="4E83FE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+mn-ea"/>
              </a:endParaRPr>
            </a:p>
          </p:txBody>
        </p:sp>
      </p:grpSp>
      <p:sp>
        <p:nvSpPr>
          <p:cNvPr id="34" name="矩形 33"/>
          <p:cNvSpPr/>
          <p:nvPr userDrawn="1"/>
        </p:nvSpPr>
        <p:spPr>
          <a:xfrm>
            <a:off x="334010" y="3683635"/>
            <a:ext cx="2572385" cy="3281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备考期间曾</a:t>
            </a:r>
            <a:r>
              <a:rPr lang="en-US" altLang="zh-CN" sz="95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连续4次</a:t>
            </a: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公职考试进面</a:t>
            </a:r>
            <a:endParaRPr lang="en-US" altLang="zh-CN" sz="95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参加三次面试均获得考场优异成绩</a:t>
            </a:r>
            <a:endParaRPr lang="en-US" altLang="zh-CN" sz="95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2010年辽宁省考营口考区</a:t>
            </a:r>
            <a:r>
              <a:rPr lang="en-US" altLang="zh-CN" sz="95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总分状元</a:t>
            </a:r>
            <a:endParaRPr lang="en-US" altLang="zh-CN" sz="95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日常工作为市委常委撰写讲话稿</a:t>
            </a:r>
            <a:endParaRPr lang="en-US" altLang="zh-CN" sz="95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所写文章多次在日报、市委刊物公开发表</a:t>
            </a:r>
            <a:endParaRPr lang="en-US" altLang="zh-CN" sz="95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2019年辽宁省考</a:t>
            </a:r>
            <a:r>
              <a:rPr lang="en-US" altLang="zh-CN" sz="95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申论82.5分</a:t>
            </a:r>
            <a:endParaRPr lang="en-US" altLang="zh-CN" sz="95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95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2020年国家公务员考试</a:t>
            </a:r>
            <a:r>
              <a:rPr lang="en-US" altLang="zh-CN" sz="95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申论81分</a:t>
            </a:r>
            <a:endParaRPr lang="en-US" altLang="zh-CN" sz="95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35" name="矩形 259"/>
          <p:cNvSpPr>
            <a:spLocks noChangeArrowheads="1"/>
          </p:cNvSpPr>
          <p:nvPr userDrawn="1"/>
        </p:nvSpPr>
        <p:spPr bwMode="auto">
          <a:xfrm>
            <a:off x="334010" y="1630680"/>
            <a:ext cx="2618105" cy="1346200"/>
          </a:xfrm>
          <a:prstGeom prst="rect">
            <a:avLst/>
          </a:prstGeom>
          <a:noFill/>
          <a:ln>
            <a:noFill/>
          </a:ln>
          <a:effectLst>
            <a:outerShdw blurRad="152400" dist="38100" dir="30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indent="0" defTabSz="913765" fontAlgn="auto">
              <a:lnSpc>
                <a:spcPts val="3500"/>
              </a:lnSpc>
              <a:spcBef>
                <a:spcPts val="0"/>
              </a:spcBef>
            </a:pPr>
            <a:r>
              <a:rPr lang="zh-CN" altLang="en-US" sz="2800" b="1" cap="all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2025</a:t>
            </a:r>
            <a:endParaRPr lang="zh-CN" altLang="en-US" sz="2800" b="1" cap="all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CN SemiBold" panose="02020600000000000000" pitchFamily="18" charset="-122"/>
            </a:endParaRPr>
          </a:p>
          <a:p>
            <a:pPr indent="0" defTabSz="913765" fontAlgn="auto">
              <a:lnSpc>
                <a:spcPts val="3500"/>
              </a:lnSpc>
              <a:spcBef>
                <a:spcPts val="0"/>
              </a:spcBef>
            </a:pPr>
            <a:r>
              <a:rPr lang="zh-CN" altLang="en-US" sz="2800" b="1" cap="all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公务员考试</a:t>
            </a:r>
            <a:endParaRPr lang="zh-CN" altLang="en-US" sz="2800" b="1" cap="all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CN SemiBold" panose="02020600000000000000" pitchFamily="18" charset="-122"/>
            </a:endParaRPr>
          </a:p>
          <a:p>
            <a:pPr indent="0" defTabSz="913765" fontAlgn="auto">
              <a:lnSpc>
                <a:spcPts val="3500"/>
              </a:lnSpc>
              <a:spcBef>
                <a:spcPts val="0"/>
              </a:spcBef>
            </a:pPr>
            <a:r>
              <a:rPr lang="zh-CN" altLang="en-US" sz="2800" b="1" cap="all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申论课程</a:t>
            </a:r>
            <a:endParaRPr lang="zh-CN" altLang="en-US" sz="2800" b="1" cap="all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CN SemiBold" panose="02020600000000000000" pitchFamily="18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334010" y="3096260"/>
            <a:ext cx="1044000" cy="1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" name="矩形 259"/>
          <p:cNvSpPr>
            <a:spLocks noChangeArrowheads="1"/>
          </p:cNvSpPr>
          <p:nvPr userDrawn="1"/>
        </p:nvSpPr>
        <p:spPr bwMode="auto">
          <a:xfrm>
            <a:off x="334010" y="3221355"/>
            <a:ext cx="2369185" cy="607695"/>
          </a:xfrm>
          <a:prstGeom prst="rect">
            <a:avLst/>
          </a:prstGeom>
          <a:noFill/>
          <a:ln>
            <a:noFill/>
          </a:ln>
          <a:effectLst>
            <a:outerShdw blurRad="152400" dist="38100" dir="30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p>
            <a:pPr indent="0" defTabSz="913765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800" b="1" cap="all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飞</a:t>
            </a:r>
            <a:r>
              <a:rPr lang="en-US" altLang="zh-CN" sz="2800" b="1" cap="all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 </a:t>
            </a:r>
            <a:r>
              <a:rPr lang="zh-CN" altLang="en-US" sz="2800" b="1" cap="all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扬</a:t>
            </a:r>
            <a:endParaRPr lang="zh-CN" altLang="en-US" sz="2800" b="1" cap="all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CN SemiBold" panose="02020600000000000000" pitchFamily="18" charset="-122"/>
            </a:endParaRPr>
          </a:p>
        </p:txBody>
      </p:sp>
      <p:pic>
        <p:nvPicPr>
          <p:cNvPr id="3" name="图片 2" descr="给你点个赞"/>
          <p:cNvPicPr>
            <a:picLocks noChangeAspect="1"/>
          </p:cNvPicPr>
          <p:nvPr userDrawn="1"/>
        </p:nvPicPr>
        <p:blipFill>
          <a:blip r:embed="rId6"/>
          <a:srcRect b="30287"/>
          <a:stretch>
            <a:fillRect/>
          </a:stretch>
        </p:blipFill>
        <p:spPr>
          <a:xfrm>
            <a:off x="1485265" y="5051425"/>
            <a:ext cx="2010410" cy="1806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26" name="矩形 25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635" y="0"/>
            <a:ext cx="12192000" cy="6857365"/>
          </a:xfrm>
          <a:prstGeom prst="rect">
            <a:avLst/>
          </a:pr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sp>
        <p:nvSpPr>
          <p:cNvPr id="30" name="圆角矩形 29"/>
          <p:cNvSpPr/>
          <p:nvPr userDrawn="1"/>
        </p:nvSpPr>
        <p:spPr>
          <a:xfrm>
            <a:off x="156845" y="597535"/>
            <a:ext cx="11880215" cy="6012000"/>
          </a:xfrm>
          <a:prstGeom prst="roundRect">
            <a:avLst>
              <a:gd name="adj" fmla="val 37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C:/Users/ekinc/Desktop/未标题-1.png未标题-1"/>
          <p:cNvPicPr>
            <a:picLocks noChangeAspect="1"/>
          </p:cNvPicPr>
          <p:nvPr userDrawn="1"/>
        </p:nvPicPr>
        <p:blipFill>
          <a:blip r:embed="rId5"/>
          <a:srcRect t="3" b="3"/>
          <a:stretch>
            <a:fillRect/>
          </a:stretch>
        </p:blipFill>
        <p:spPr>
          <a:xfrm>
            <a:off x="252095" y="123825"/>
            <a:ext cx="1412914" cy="432000"/>
          </a:xfrm>
          <a:prstGeom prst="rect">
            <a:avLst/>
          </a:prstGeom>
        </p:spPr>
      </p:pic>
      <p:sp>
        <p:nvSpPr>
          <p:cNvPr id="38" name="矩形 37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6" name="图片 5" descr="未标题-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82225" y="194945"/>
            <a:ext cx="1253993" cy="5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26" name="矩形 25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635" y="0"/>
            <a:ext cx="12192000" cy="6857365"/>
          </a:xfrm>
          <a:prstGeom prst="rect">
            <a:avLst/>
          </a:pr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sp>
        <p:nvSpPr>
          <p:cNvPr id="30" name="圆角矩形 29"/>
          <p:cNvSpPr/>
          <p:nvPr userDrawn="1"/>
        </p:nvSpPr>
        <p:spPr>
          <a:xfrm>
            <a:off x="635" y="602615"/>
            <a:ext cx="12191365" cy="60071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10679430" y="441960"/>
            <a:ext cx="1096010" cy="408305"/>
            <a:chOff x="16818" y="1231"/>
            <a:chExt cx="1726" cy="643"/>
          </a:xfrm>
        </p:grpSpPr>
        <p:sp>
          <p:nvSpPr>
            <p:cNvPr id="4" name="等腰三角形 37"/>
            <p:cNvSpPr/>
            <p:nvPr userDrawn="1"/>
          </p:nvSpPr>
          <p:spPr>
            <a:xfrm rot="10800000">
              <a:off x="16818" y="1474"/>
              <a:ext cx="1726" cy="401"/>
            </a:xfrm>
            <a:custGeom>
              <a:avLst/>
              <a:gdLst>
                <a:gd name="connsiteX0" fmla="*/ 0 w 3631475"/>
                <a:gd name="connsiteY0" fmla="*/ 1724298 h 1724298"/>
                <a:gd name="connsiteX1" fmla="*/ 1815738 w 3631475"/>
                <a:gd name="connsiteY1" fmla="*/ 0 h 1724298"/>
                <a:gd name="connsiteX2" fmla="*/ 3631475 w 3631475"/>
                <a:gd name="connsiteY2" fmla="*/ 1724298 h 1724298"/>
                <a:gd name="connsiteX3" fmla="*/ 0 w 3631475"/>
                <a:gd name="connsiteY3" fmla="*/ 1724298 h 1724298"/>
                <a:gd name="connsiteX0-1" fmla="*/ 0 w 3631475"/>
                <a:gd name="connsiteY0-2" fmla="*/ 1724298 h 1724298"/>
                <a:gd name="connsiteX1-3" fmla="*/ 1815738 w 3631475"/>
                <a:gd name="connsiteY1-4" fmla="*/ 0 h 1724298"/>
                <a:gd name="connsiteX2-5" fmla="*/ 3631475 w 3631475"/>
                <a:gd name="connsiteY2-6" fmla="*/ 1724298 h 1724298"/>
                <a:gd name="connsiteX3-7" fmla="*/ 0 w 3631475"/>
                <a:gd name="connsiteY3-8" fmla="*/ 1724298 h 1724298"/>
                <a:gd name="connsiteX0-9" fmla="*/ 39573 w 3710621"/>
                <a:gd name="connsiteY0-10" fmla="*/ 1724298 h 1724298"/>
                <a:gd name="connsiteX1-11" fmla="*/ 1855311 w 3710621"/>
                <a:gd name="connsiteY1-12" fmla="*/ 0 h 1724298"/>
                <a:gd name="connsiteX2-13" fmla="*/ 3671048 w 3710621"/>
                <a:gd name="connsiteY2-14" fmla="*/ 1724298 h 1724298"/>
                <a:gd name="connsiteX3-15" fmla="*/ 39573 w 3710621"/>
                <a:gd name="connsiteY3-16" fmla="*/ 1724298 h 1724298"/>
                <a:gd name="connsiteX0-17" fmla="*/ 45783 w 3723041"/>
                <a:gd name="connsiteY0-18" fmla="*/ 1724643 h 1724643"/>
                <a:gd name="connsiteX1-19" fmla="*/ 1861521 w 3723041"/>
                <a:gd name="connsiteY1-20" fmla="*/ 345 h 1724643"/>
                <a:gd name="connsiteX2-21" fmla="*/ 3677258 w 3723041"/>
                <a:gd name="connsiteY2-22" fmla="*/ 1724643 h 1724643"/>
                <a:gd name="connsiteX3-23" fmla="*/ 45783 w 3723041"/>
                <a:gd name="connsiteY3-24" fmla="*/ 1724643 h 1724643"/>
                <a:gd name="connsiteX0-25" fmla="*/ 52121 w 3735717"/>
                <a:gd name="connsiteY0-26" fmla="*/ 1725064 h 1725064"/>
                <a:gd name="connsiteX1-27" fmla="*/ 1867859 w 3735717"/>
                <a:gd name="connsiteY1-28" fmla="*/ 766 h 1725064"/>
                <a:gd name="connsiteX2-29" fmla="*/ 3683596 w 3735717"/>
                <a:gd name="connsiteY2-30" fmla="*/ 1725064 h 1725064"/>
                <a:gd name="connsiteX3-31" fmla="*/ 52121 w 3735717"/>
                <a:gd name="connsiteY3-32" fmla="*/ 1725064 h 1725064"/>
                <a:gd name="connsiteX0-33" fmla="*/ 55657 w 3742789"/>
                <a:gd name="connsiteY0-34" fmla="*/ 1724386 h 1724386"/>
                <a:gd name="connsiteX1-35" fmla="*/ 1871395 w 3742789"/>
                <a:gd name="connsiteY1-36" fmla="*/ 88 h 1724386"/>
                <a:gd name="connsiteX2-37" fmla="*/ 3687132 w 3742789"/>
                <a:gd name="connsiteY2-38" fmla="*/ 1724386 h 1724386"/>
                <a:gd name="connsiteX3-39" fmla="*/ 55657 w 3742789"/>
                <a:gd name="connsiteY3-40" fmla="*/ 1724386 h 1724386"/>
                <a:gd name="connsiteX0-41" fmla="*/ 0 w 3687132"/>
                <a:gd name="connsiteY0-42" fmla="*/ 1724386 h 1724386"/>
                <a:gd name="connsiteX1-43" fmla="*/ 1815738 w 3687132"/>
                <a:gd name="connsiteY1-44" fmla="*/ 88 h 1724386"/>
                <a:gd name="connsiteX2-45" fmla="*/ 3631475 w 3687132"/>
                <a:gd name="connsiteY2-46" fmla="*/ 1724386 h 1724386"/>
                <a:gd name="connsiteX3-47" fmla="*/ 0 w 3687132"/>
                <a:gd name="connsiteY3-48" fmla="*/ 1724386 h 1724386"/>
                <a:gd name="connsiteX0-49" fmla="*/ 0 w 3631475"/>
                <a:gd name="connsiteY0-50" fmla="*/ 1724389 h 1724389"/>
                <a:gd name="connsiteX1-51" fmla="*/ 1815738 w 3631475"/>
                <a:gd name="connsiteY1-52" fmla="*/ 91 h 1724389"/>
                <a:gd name="connsiteX2-53" fmla="*/ 3631475 w 3631475"/>
                <a:gd name="connsiteY2-54" fmla="*/ 1724389 h 1724389"/>
                <a:gd name="connsiteX3-55" fmla="*/ 0 w 3631475"/>
                <a:gd name="connsiteY3-56" fmla="*/ 1724389 h 1724389"/>
                <a:gd name="connsiteX0-57" fmla="*/ 0 w 3631475"/>
                <a:gd name="connsiteY0-58" fmla="*/ 1724395 h 1724395"/>
                <a:gd name="connsiteX1-59" fmla="*/ 1815738 w 3631475"/>
                <a:gd name="connsiteY1-60" fmla="*/ 97 h 1724395"/>
                <a:gd name="connsiteX2-61" fmla="*/ 3631475 w 3631475"/>
                <a:gd name="connsiteY2-62" fmla="*/ 1724395 h 1724395"/>
                <a:gd name="connsiteX3-63" fmla="*/ 0 w 3631475"/>
                <a:gd name="connsiteY3-64" fmla="*/ 1724395 h 1724395"/>
                <a:gd name="connsiteX0-65" fmla="*/ 0 w 3631475"/>
                <a:gd name="connsiteY0-66" fmla="*/ 1793728 h 1793728"/>
                <a:gd name="connsiteX1-67" fmla="*/ 1815738 w 3631475"/>
                <a:gd name="connsiteY1-68" fmla="*/ 92 h 1793728"/>
                <a:gd name="connsiteX2-69" fmla="*/ 3631475 w 3631475"/>
                <a:gd name="connsiteY2-70" fmla="*/ 1793728 h 1793728"/>
                <a:gd name="connsiteX3-71" fmla="*/ 0 w 3631475"/>
                <a:gd name="connsiteY3-72" fmla="*/ 1793728 h 1793728"/>
                <a:gd name="connsiteX0-73" fmla="*/ 0 w 3631475"/>
                <a:gd name="connsiteY0-74" fmla="*/ 1793728 h 1793728"/>
                <a:gd name="connsiteX1-75" fmla="*/ 1815738 w 3631475"/>
                <a:gd name="connsiteY1-76" fmla="*/ 92 h 1793728"/>
                <a:gd name="connsiteX2-77" fmla="*/ 3631475 w 3631475"/>
                <a:gd name="connsiteY2-78" fmla="*/ 1793728 h 1793728"/>
                <a:gd name="connsiteX3-79" fmla="*/ 0 w 3631475"/>
                <a:gd name="connsiteY3-80" fmla="*/ 1793728 h 1793728"/>
                <a:gd name="connsiteX0-81" fmla="*/ 0 w 3631475"/>
                <a:gd name="connsiteY0-82" fmla="*/ 1793637 h 1793637"/>
                <a:gd name="connsiteX1-83" fmla="*/ 1815738 w 3631475"/>
                <a:gd name="connsiteY1-84" fmla="*/ 1 h 1793637"/>
                <a:gd name="connsiteX2-85" fmla="*/ 3631475 w 3631475"/>
                <a:gd name="connsiteY2-86" fmla="*/ 1793637 h 1793637"/>
                <a:gd name="connsiteX3-87" fmla="*/ 0 w 3631475"/>
                <a:gd name="connsiteY3-88" fmla="*/ 1793637 h 1793637"/>
                <a:gd name="connsiteX0-89" fmla="*/ 0 w 3631475"/>
                <a:gd name="connsiteY0-90" fmla="*/ 1793637 h 1793637"/>
                <a:gd name="connsiteX1-91" fmla="*/ 1815738 w 3631475"/>
                <a:gd name="connsiteY1-92" fmla="*/ 1 h 1793637"/>
                <a:gd name="connsiteX2-93" fmla="*/ 3631475 w 3631475"/>
                <a:gd name="connsiteY2-94" fmla="*/ 1793637 h 1793637"/>
                <a:gd name="connsiteX3-95" fmla="*/ 0 w 3631475"/>
                <a:gd name="connsiteY3-96" fmla="*/ 1793637 h 1793637"/>
                <a:gd name="connsiteX0-97" fmla="*/ 0 w 3631475"/>
                <a:gd name="connsiteY0-98" fmla="*/ 1793637 h 1793637"/>
                <a:gd name="connsiteX1-99" fmla="*/ 1815738 w 3631475"/>
                <a:gd name="connsiteY1-100" fmla="*/ 1 h 1793637"/>
                <a:gd name="connsiteX2-101" fmla="*/ 3631475 w 3631475"/>
                <a:gd name="connsiteY2-102" fmla="*/ 1793637 h 1793637"/>
                <a:gd name="connsiteX3-103" fmla="*/ 0 w 3631475"/>
                <a:gd name="connsiteY3-104" fmla="*/ 1793637 h 1793637"/>
                <a:gd name="connsiteX0-105" fmla="*/ 0 w 3631475"/>
                <a:gd name="connsiteY0-106" fmla="*/ 1793637 h 1796625"/>
                <a:gd name="connsiteX1-107" fmla="*/ 1815738 w 3631475"/>
                <a:gd name="connsiteY1-108" fmla="*/ 1 h 1796625"/>
                <a:gd name="connsiteX2-109" fmla="*/ 3631475 w 3631475"/>
                <a:gd name="connsiteY2-110" fmla="*/ 1793637 h 1796625"/>
                <a:gd name="connsiteX3-111" fmla="*/ 0 w 3631475"/>
                <a:gd name="connsiteY3-112" fmla="*/ 1793637 h 1796625"/>
                <a:gd name="connsiteX0-113" fmla="*/ 0 w 3631475"/>
                <a:gd name="connsiteY0-114" fmla="*/ 1793637 h 1793637"/>
                <a:gd name="connsiteX1-115" fmla="*/ 1815738 w 3631475"/>
                <a:gd name="connsiteY1-116" fmla="*/ 1 h 1793637"/>
                <a:gd name="connsiteX2-117" fmla="*/ 3631475 w 3631475"/>
                <a:gd name="connsiteY2-118" fmla="*/ 1793637 h 1793637"/>
                <a:gd name="connsiteX3-119" fmla="*/ 0 w 3631475"/>
                <a:gd name="connsiteY3-120" fmla="*/ 1793637 h 1793637"/>
                <a:gd name="connsiteX0-121" fmla="*/ 0 w 3631475"/>
                <a:gd name="connsiteY0-122" fmla="*/ 1793637 h 1793637"/>
                <a:gd name="connsiteX1-123" fmla="*/ 1815738 w 3631475"/>
                <a:gd name="connsiteY1-124" fmla="*/ 1 h 1793637"/>
                <a:gd name="connsiteX2-125" fmla="*/ 3631475 w 3631475"/>
                <a:gd name="connsiteY2-126" fmla="*/ 1793637 h 1793637"/>
                <a:gd name="connsiteX3-127" fmla="*/ 0 w 3631475"/>
                <a:gd name="connsiteY3-128" fmla="*/ 1793637 h 179363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631475" h="1793637">
                  <a:moveTo>
                    <a:pt x="0" y="1793637"/>
                  </a:moveTo>
                  <a:cubicBezTo>
                    <a:pt x="1267777" y="1749545"/>
                    <a:pt x="874264" y="63"/>
                    <a:pt x="1815738" y="1"/>
                  </a:cubicBezTo>
                  <a:cubicBezTo>
                    <a:pt x="2757212" y="-61"/>
                    <a:pt x="2510229" y="1779585"/>
                    <a:pt x="3631475" y="1793637"/>
                  </a:cubicBezTo>
                  <a:lnTo>
                    <a:pt x="0" y="1793637"/>
                  </a:lnTo>
                  <a:close/>
                </a:path>
              </a:pathLst>
            </a:custGeom>
            <a:solidFill>
              <a:srgbClr val="709BFE"/>
            </a:soli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 userDrawn="1"/>
          </p:nvSpPr>
          <p:spPr>
            <a:xfrm>
              <a:off x="17386" y="1231"/>
              <a:ext cx="539" cy="539"/>
            </a:xfrm>
            <a:prstGeom prst="ellipse">
              <a:avLst/>
            </a:prstGeom>
            <a:solidFill>
              <a:schemeClr val="bg1"/>
            </a:soli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: 形状 39"/>
            <p:cNvSpPr/>
            <p:nvPr userDrawn="1"/>
          </p:nvSpPr>
          <p:spPr>
            <a:xfrm rot="5400000">
              <a:off x="17592" y="1429"/>
              <a:ext cx="115" cy="186"/>
            </a:xfrm>
            <a:custGeom>
              <a:avLst/>
              <a:gdLst>
                <a:gd name="connsiteX0" fmla="*/ 21521 w 109231"/>
                <a:gd name="connsiteY0" fmla="*/ 25 h 176593"/>
                <a:gd name="connsiteX1" fmla="*/ 35843 w 109231"/>
                <a:gd name="connsiteY1" fmla="*/ 6421 h 176593"/>
                <a:gd name="connsiteX2" fmla="*/ 103240 w 109231"/>
                <a:gd name="connsiteY2" fmla="*/ 73718 h 176593"/>
                <a:gd name="connsiteX3" fmla="*/ 109231 w 109231"/>
                <a:gd name="connsiteY3" fmla="*/ 88246 h 176593"/>
                <a:gd name="connsiteX4" fmla="*/ 103240 w 109231"/>
                <a:gd name="connsiteY4" fmla="*/ 102773 h 176593"/>
                <a:gd name="connsiteX5" fmla="*/ 35736 w 109231"/>
                <a:gd name="connsiteY5" fmla="*/ 170178 h 176593"/>
                <a:gd name="connsiteX6" fmla="*/ 6745 w 109231"/>
                <a:gd name="connsiteY6" fmla="*/ 171353 h 176593"/>
                <a:gd name="connsiteX7" fmla="*/ 6103 w 109231"/>
                <a:gd name="connsiteY7" fmla="*/ 141550 h 176593"/>
                <a:gd name="connsiteX8" fmla="*/ 49323 w 109231"/>
                <a:gd name="connsiteY8" fmla="*/ 98394 h 176593"/>
                <a:gd name="connsiteX9" fmla="*/ 49323 w 109231"/>
                <a:gd name="connsiteY9" fmla="*/ 78311 h 176593"/>
                <a:gd name="connsiteX10" fmla="*/ 6210 w 109231"/>
                <a:gd name="connsiteY10" fmla="*/ 35049 h 176593"/>
                <a:gd name="connsiteX11" fmla="*/ 6959 w 109231"/>
                <a:gd name="connsiteY11" fmla="*/ 5246 h 176593"/>
                <a:gd name="connsiteX12" fmla="*/ 21521 w 109231"/>
                <a:gd name="connsiteY12" fmla="*/ 25 h 176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231" h="176593">
                  <a:moveTo>
                    <a:pt x="21521" y="25"/>
                  </a:moveTo>
                  <a:cubicBezTo>
                    <a:pt x="26750" y="278"/>
                    <a:pt x="31939" y="2468"/>
                    <a:pt x="35843" y="6421"/>
                  </a:cubicBezTo>
                  <a:lnTo>
                    <a:pt x="103240" y="73718"/>
                  </a:lnTo>
                  <a:cubicBezTo>
                    <a:pt x="107199" y="77777"/>
                    <a:pt x="109231" y="83012"/>
                    <a:pt x="109231" y="88246"/>
                  </a:cubicBezTo>
                  <a:cubicBezTo>
                    <a:pt x="109231" y="93587"/>
                    <a:pt x="107199" y="98821"/>
                    <a:pt x="103240" y="102773"/>
                  </a:cubicBezTo>
                  <a:lnTo>
                    <a:pt x="35736" y="170178"/>
                  </a:lnTo>
                  <a:cubicBezTo>
                    <a:pt x="27927" y="178189"/>
                    <a:pt x="15089" y="178830"/>
                    <a:pt x="6745" y="171353"/>
                  </a:cubicBezTo>
                  <a:cubicBezTo>
                    <a:pt x="-2028" y="163341"/>
                    <a:pt x="-2242" y="149775"/>
                    <a:pt x="6103" y="141550"/>
                  </a:cubicBezTo>
                  <a:lnTo>
                    <a:pt x="49323" y="98394"/>
                  </a:lnTo>
                  <a:cubicBezTo>
                    <a:pt x="54885" y="92839"/>
                    <a:pt x="54885" y="83866"/>
                    <a:pt x="49323" y="78311"/>
                  </a:cubicBezTo>
                  <a:lnTo>
                    <a:pt x="6210" y="35049"/>
                  </a:lnTo>
                  <a:cubicBezTo>
                    <a:pt x="-2028" y="26717"/>
                    <a:pt x="-1814" y="13257"/>
                    <a:pt x="6959" y="5246"/>
                  </a:cubicBezTo>
                  <a:cubicBezTo>
                    <a:pt x="11024" y="1454"/>
                    <a:pt x="16292" y="-229"/>
                    <a:pt x="21521" y="25"/>
                  </a:cubicBezTo>
                  <a:close/>
                </a:path>
              </a:pathLst>
            </a:custGeom>
            <a:solidFill>
              <a:srgbClr val="709B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/>
            </a:p>
          </p:txBody>
        </p:sp>
      </p:grpSp>
      <p:pic>
        <p:nvPicPr>
          <p:cNvPr id="3" name="图片 2" descr="C:/Users/ekinc/Desktop/未标题-1.png未标题-1"/>
          <p:cNvPicPr>
            <a:picLocks noChangeAspect="1"/>
          </p:cNvPicPr>
          <p:nvPr userDrawn="1"/>
        </p:nvPicPr>
        <p:blipFill>
          <a:blip r:embed="rId5"/>
          <a:srcRect t="3" b="3"/>
          <a:stretch>
            <a:fillRect/>
          </a:stretch>
        </p:blipFill>
        <p:spPr>
          <a:xfrm>
            <a:off x="252095" y="123825"/>
            <a:ext cx="1412914" cy="432000"/>
          </a:xfrm>
          <a:prstGeom prst="rect">
            <a:avLst/>
          </a:prstGeom>
        </p:spPr>
      </p:pic>
      <p:sp>
        <p:nvSpPr>
          <p:cNvPr id="38" name="矩形 37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8" name="图片 7" descr="你能考上"/>
          <p:cNvPicPr>
            <a:picLocks noChangeAspect="1"/>
          </p:cNvPicPr>
          <p:nvPr userDrawn="1"/>
        </p:nvPicPr>
        <p:blipFill>
          <a:blip r:embed="rId6"/>
          <a:srcRect b="49742"/>
          <a:stretch>
            <a:fillRect/>
          </a:stretch>
        </p:blipFill>
        <p:spPr>
          <a:xfrm>
            <a:off x="10600055" y="5732780"/>
            <a:ext cx="849630" cy="8788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26" name="矩形 25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635" y="0"/>
            <a:ext cx="12192000" cy="6857365"/>
          </a:xfrm>
          <a:prstGeom prst="rect">
            <a:avLst/>
          </a:pr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pic>
        <p:nvPicPr>
          <p:cNvPr id="7" name="图片 6" descr="C:/Users/ekinc/Desktop/未标题-1.png未标题-1"/>
          <p:cNvPicPr>
            <a:picLocks noChangeAspect="1"/>
          </p:cNvPicPr>
          <p:nvPr userDrawn="1"/>
        </p:nvPicPr>
        <p:blipFill>
          <a:blip r:embed="rId5"/>
          <a:srcRect t="3" b="3"/>
          <a:stretch>
            <a:fillRect/>
          </a:stretch>
        </p:blipFill>
        <p:spPr>
          <a:xfrm>
            <a:off x="252095" y="123825"/>
            <a:ext cx="1412914" cy="432000"/>
          </a:xfrm>
          <a:prstGeom prst="rect">
            <a:avLst/>
          </a:prstGeom>
        </p:spPr>
      </p:pic>
      <p:sp>
        <p:nvSpPr>
          <p:cNvPr id="38" name="矩形 37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156845" y="196850"/>
            <a:ext cx="11880215" cy="6435090"/>
          </a:xfrm>
          <a:custGeom>
            <a:avLst/>
            <a:gdLst>
              <a:gd name="adj" fmla="val 371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709" h="10205">
                <a:moveTo>
                  <a:pt x="2694" y="0"/>
                </a:moveTo>
                <a:lnTo>
                  <a:pt x="18330" y="0"/>
                </a:lnTo>
                <a:cubicBezTo>
                  <a:pt x="18539" y="0"/>
                  <a:pt x="18709" y="170"/>
                  <a:pt x="18709" y="379"/>
                </a:cubicBezTo>
                <a:lnTo>
                  <a:pt x="18709" y="9825"/>
                </a:lnTo>
                <a:cubicBezTo>
                  <a:pt x="18709" y="10035"/>
                  <a:pt x="18539" y="10205"/>
                  <a:pt x="18330" y="10205"/>
                </a:cubicBezTo>
                <a:lnTo>
                  <a:pt x="379" y="10205"/>
                </a:lnTo>
                <a:cubicBezTo>
                  <a:pt x="170" y="10205"/>
                  <a:pt x="0" y="10035"/>
                  <a:pt x="0" y="9825"/>
                </a:cubicBezTo>
                <a:lnTo>
                  <a:pt x="0" y="703"/>
                </a:lnTo>
                <a:lnTo>
                  <a:pt x="2315" y="703"/>
                </a:lnTo>
                <a:cubicBezTo>
                  <a:pt x="2524" y="703"/>
                  <a:pt x="2694" y="533"/>
                  <a:pt x="2694" y="323"/>
                </a:cubicBezTo>
                <a:lnTo>
                  <a:pt x="2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10" name="图片 9" descr="考前吃面，一定进面"/>
          <p:cNvPicPr>
            <a:picLocks noChangeAspect="1"/>
          </p:cNvPicPr>
          <p:nvPr userDrawn="1"/>
        </p:nvPicPr>
        <p:blipFill>
          <a:blip r:embed="rId6"/>
          <a:srcRect b="6774"/>
          <a:stretch>
            <a:fillRect/>
          </a:stretch>
        </p:blipFill>
        <p:spPr>
          <a:xfrm rot="19020000" flipH="1">
            <a:off x="11583215" y="336162"/>
            <a:ext cx="864000" cy="115181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8" h="3103">
                <a:moveTo>
                  <a:pt x="646" y="0"/>
                </a:moveTo>
                <a:lnTo>
                  <a:pt x="1466" y="0"/>
                </a:lnTo>
                <a:lnTo>
                  <a:pt x="2328" y="924"/>
                </a:lnTo>
                <a:lnTo>
                  <a:pt x="2328" y="2761"/>
                </a:lnTo>
                <a:lnTo>
                  <a:pt x="1960" y="3103"/>
                </a:lnTo>
                <a:lnTo>
                  <a:pt x="0" y="1001"/>
                </a:lnTo>
                <a:lnTo>
                  <a:pt x="0" y="603"/>
                </a:lnTo>
                <a:lnTo>
                  <a:pt x="646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26" name="矩形 25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635" y="0"/>
            <a:ext cx="12192000" cy="6857365"/>
          </a:xfrm>
          <a:prstGeom prst="rect">
            <a:avLst/>
          </a:pr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8550275" y="339725"/>
            <a:ext cx="2769870" cy="711200"/>
            <a:chOff x="12876" y="955"/>
            <a:chExt cx="4362" cy="1120"/>
          </a:xfrm>
          <a:solidFill>
            <a:srgbClr val="417DFD"/>
          </a:solidFill>
        </p:grpSpPr>
        <p:sp>
          <p:nvSpPr>
            <p:cNvPr id="9" name="圆角矩形 8"/>
            <p:cNvSpPr/>
            <p:nvPr userDrawn="1"/>
          </p:nvSpPr>
          <p:spPr>
            <a:xfrm>
              <a:off x="14688" y="955"/>
              <a:ext cx="2551" cy="1120"/>
            </a:xfrm>
            <a:prstGeom prst="roundRect">
              <a:avLst>
                <a:gd name="adj" fmla="val 28303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" name="圆角矩形 11"/>
            <p:cNvSpPr/>
            <p:nvPr userDrawn="1"/>
          </p:nvSpPr>
          <p:spPr>
            <a:xfrm>
              <a:off x="12876" y="955"/>
              <a:ext cx="1587" cy="1120"/>
            </a:xfrm>
            <a:prstGeom prst="roundRect">
              <a:avLst>
                <a:gd name="adj" fmla="val 28303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pic>
        <p:nvPicPr>
          <p:cNvPr id="7" name="图片 6" descr="C:/Users/ekinc/Desktop/未标题-1.png未标题-1"/>
          <p:cNvPicPr>
            <a:picLocks noChangeAspect="1"/>
          </p:cNvPicPr>
          <p:nvPr userDrawn="1"/>
        </p:nvPicPr>
        <p:blipFill>
          <a:blip r:embed="rId5"/>
          <a:srcRect t="3" b="3"/>
          <a:stretch>
            <a:fillRect/>
          </a:stretch>
        </p:blipFill>
        <p:spPr>
          <a:xfrm>
            <a:off x="252095" y="123825"/>
            <a:ext cx="1412914" cy="432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>
            <a:off x="157480" y="603250"/>
            <a:ext cx="11878945" cy="6008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255" h="8796">
                <a:moveTo>
                  <a:pt x="509" y="0"/>
                </a:moveTo>
                <a:lnTo>
                  <a:pt x="17746" y="0"/>
                </a:lnTo>
                <a:cubicBezTo>
                  <a:pt x="18027" y="0"/>
                  <a:pt x="18255" y="228"/>
                  <a:pt x="18255" y="509"/>
                </a:cubicBezTo>
                <a:lnTo>
                  <a:pt x="18255" y="2162"/>
                </a:lnTo>
                <a:lnTo>
                  <a:pt x="18255" y="8796"/>
                </a:lnTo>
                <a:lnTo>
                  <a:pt x="0" y="8796"/>
                </a:lnTo>
                <a:lnTo>
                  <a:pt x="0" y="2162"/>
                </a:lnTo>
                <a:lnTo>
                  <a:pt x="0" y="509"/>
                </a:lnTo>
                <a:cubicBezTo>
                  <a:pt x="0" y="228"/>
                  <a:pt x="228" y="0"/>
                  <a:pt x="5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10"/>
          <p:cNvSpPr/>
          <p:nvPr userDrawn="1"/>
        </p:nvSpPr>
        <p:spPr>
          <a:xfrm>
            <a:off x="102635" y="6607175"/>
            <a:ext cx="11988000" cy="394335"/>
          </a:xfrm>
          <a:custGeom>
            <a:avLst/>
            <a:gdLst>
              <a:gd name="connsiteX0" fmla="*/ 18255 w 18255"/>
              <a:gd name="connsiteY0" fmla="*/ 0 h 0"/>
              <a:gd name="connsiteX1" fmla="*/ 0 w 1825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55">
                <a:moveTo>
                  <a:pt x="18255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3" name="图片 12" descr="未标题-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95571" y="5979600"/>
            <a:ext cx="1433135" cy="576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26" name="矩形 25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6350" y="5654040"/>
            <a:ext cx="12181205" cy="1203960"/>
          </a:xfrm>
          <a:custGeom>
            <a:avLst/>
            <a:gdLst>
              <a:gd name="connsiteX0" fmla="*/ -4416 w 12181172"/>
              <a:gd name="connsiteY0" fmla="*/ 1524179 h 1915903"/>
              <a:gd name="connsiteX1" fmla="*/ 12176756 w 12181172"/>
              <a:gd name="connsiteY1" fmla="*/ -100 h 1915903"/>
              <a:gd name="connsiteX2" fmla="*/ 12176756 w 12181172"/>
              <a:gd name="connsiteY2" fmla="*/ 1915804 h 1915903"/>
              <a:gd name="connsiteX3" fmla="*/ -4416 w 12181172"/>
              <a:gd name="connsiteY3" fmla="*/ 1915804 h 1915903"/>
              <a:gd name="connsiteX4" fmla="*/ -4416 w 12181172"/>
              <a:gd name="connsiteY4" fmla="*/ 1524179 h 1915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1172" h="1915903">
                <a:moveTo>
                  <a:pt x="-4416" y="1524179"/>
                </a:moveTo>
                <a:cubicBezTo>
                  <a:pt x="-4416" y="1524179"/>
                  <a:pt x="7191674" y="1629303"/>
                  <a:pt x="12176756" y="-100"/>
                </a:cubicBezTo>
                <a:lnTo>
                  <a:pt x="12176756" y="1915804"/>
                </a:lnTo>
                <a:lnTo>
                  <a:pt x="-4416" y="1915804"/>
                </a:lnTo>
                <a:lnTo>
                  <a:pt x="-4416" y="1524179"/>
                </a:lnTo>
                <a:close/>
              </a:path>
            </a:pathLst>
          </a:cu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pic>
        <p:nvPicPr>
          <p:cNvPr id="8" name="图片 7" descr="未标题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4010" y="276225"/>
            <a:ext cx="1883885" cy="576000"/>
          </a:xfrm>
          <a:prstGeom prst="rect">
            <a:avLst/>
          </a:prstGeom>
        </p:spPr>
      </p:pic>
      <p:pic>
        <p:nvPicPr>
          <p:cNvPr id="3" name="图片 2" descr="做梦写申论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363200" y="5354320"/>
            <a:ext cx="1260000" cy="1260000"/>
          </a:xfrm>
          <a:prstGeom prst="rect">
            <a:avLst/>
          </a:prstGeom>
        </p:spPr>
      </p:pic>
      <p:sp>
        <p:nvSpPr>
          <p:cNvPr id="38" name="矩形 37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0" name="圆角矩形 29"/>
          <p:cNvSpPr/>
          <p:nvPr userDrawn="1"/>
        </p:nvSpPr>
        <p:spPr>
          <a:xfrm>
            <a:off x="635" y="6137910"/>
            <a:ext cx="12191365" cy="720000"/>
          </a:xfrm>
          <a:prstGeom prst="roundRect">
            <a:avLst>
              <a:gd name="adj" fmla="val 0"/>
            </a:avLst>
          </a:pr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sp>
        <p:nvSpPr>
          <p:cNvPr id="11" name="圆角矩形 10"/>
          <p:cNvSpPr/>
          <p:nvPr userDrawn="1"/>
        </p:nvSpPr>
        <p:spPr>
          <a:xfrm>
            <a:off x="228002" y="294005"/>
            <a:ext cx="11736000" cy="6322060"/>
          </a:xfrm>
          <a:prstGeom prst="roundRect">
            <a:avLst>
              <a:gd name="adj" fmla="val 3320"/>
            </a:avLst>
          </a:prstGeom>
          <a:solidFill>
            <a:schemeClr val="bg1"/>
          </a:solidFill>
          <a:ln>
            <a:solidFill>
              <a:srgbClr val="729C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28"/>
          <p:cNvGrpSpPr>
            <a:grpSpLocks noChangeAspect="1"/>
          </p:cNvGrpSpPr>
          <p:nvPr userDrawn="1"/>
        </p:nvGrpSpPr>
        <p:grpSpPr>
          <a:xfrm>
            <a:off x="521335" y="127635"/>
            <a:ext cx="1512000" cy="462358"/>
            <a:chOff x="639" y="608"/>
            <a:chExt cx="3334" cy="1020"/>
          </a:xfrm>
        </p:grpSpPr>
        <p:sp>
          <p:nvSpPr>
            <p:cNvPr id="27" name="矩形: 圆角 5"/>
            <p:cNvSpPr/>
            <p:nvPr userDrawn="1"/>
          </p:nvSpPr>
          <p:spPr>
            <a:xfrm>
              <a:off x="639" y="608"/>
              <a:ext cx="3335" cy="1020"/>
            </a:xfrm>
            <a:prstGeom prst="roundRect">
              <a:avLst>
                <a:gd name="adj" fmla="val 19746"/>
              </a:avLst>
            </a:prstGeom>
            <a:solidFill>
              <a:srgbClr val="4E83FE"/>
            </a:solidFill>
            <a:ln>
              <a:noFill/>
            </a:ln>
            <a:effectLst>
              <a:outerShdw blurRad="393700" dist="63500" dir="5400000" algn="t" rotWithShape="0">
                <a:srgbClr val="4E83FE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2400" b="1" u="sng"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+mn-ea"/>
              </a:endParaRPr>
            </a:p>
          </p:txBody>
        </p:sp>
        <p:pic>
          <p:nvPicPr>
            <p:cNvPr id="28" name="图片 27" descr="C:/Users/ekinc/Desktop/未标题-1.png未标题-1"/>
            <p:cNvPicPr>
              <a:picLocks noChangeAspect="1"/>
            </p:cNvPicPr>
            <p:nvPr userDrawn="1"/>
          </p:nvPicPr>
          <p:blipFill>
            <a:blip r:embed="rId5"/>
            <a:srcRect t="3" b="3"/>
            <a:stretch>
              <a:fillRect/>
            </a:stretch>
          </p:blipFill>
          <p:spPr>
            <a:xfrm>
              <a:off x="915" y="693"/>
              <a:ext cx="2781" cy="850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 userDrawn="1"/>
        </p:nvGrpSpPr>
        <p:grpSpPr>
          <a:xfrm>
            <a:off x="10486332" y="6303010"/>
            <a:ext cx="920109" cy="118536"/>
            <a:chOff x="908146" y="1355577"/>
            <a:chExt cx="920109" cy="118536"/>
          </a:xfrm>
        </p:grpSpPr>
        <p:sp>
          <p:nvSpPr>
            <p:cNvPr id="37" name="椭圆 36"/>
            <p:cNvSpPr/>
            <p:nvPr/>
          </p:nvSpPr>
          <p:spPr>
            <a:xfrm>
              <a:off x="908146" y="1355577"/>
              <a:ext cx="118536" cy="118536"/>
            </a:xfrm>
            <a:prstGeom prst="ellipse">
              <a:avLst/>
            </a:prstGeom>
            <a:solidFill>
              <a:srgbClr val="417D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1175337" y="1355577"/>
              <a:ext cx="118536" cy="118536"/>
            </a:xfrm>
            <a:prstGeom prst="ellipse">
              <a:avLst/>
            </a:prstGeom>
            <a:solidFill>
              <a:srgbClr val="417DF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1442528" y="1355577"/>
              <a:ext cx="118536" cy="118536"/>
            </a:xfrm>
            <a:prstGeom prst="ellipse">
              <a:avLst/>
            </a:prstGeom>
            <a:solidFill>
              <a:srgbClr val="417DF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709719" y="1355577"/>
              <a:ext cx="118536" cy="118536"/>
            </a:xfrm>
            <a:prstGeom prst="ellipse">
              <a:avLst/>
            </a:prstGeom>
            <a:solidFill>
              <a:srgbClr val="417DFD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9850691" y="15875"/>
            <a:ext cx="1619250" cy="647700"/>
            <a:chOff x="15342" y="285"/>
            <a:chExt cx="2550" cy="1020"/>
          </a:xfrm>
        </p:grpSpPr>
        <p:sp>
          <p:nvSpPr>
            <p:cNvPr id="32" name="矩形 31"/>
            <p:cNvSpPr/>
            <p:nvPr userDrawn="1"/>
          </p:nvSpPr>
          <p:spPr>
            <a:xfrm>
              <a:off x="15342" y="285"/>
              <a:ext cx="2551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" name="图片 5" descr="未标题-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5560" y="370"/>
              <a:ext cx="2116" cy="850"/>
            </a:xfrm>
            <a:prstGeom prst="rect">
              <a:avLst/>
            </a:prstGeom>
          </p:spPr>
        </p:pic>
      </p:grpSp>
      <p:sp>
        <p:nvSpPr>
          <p:cNvPr id="38" name="矩形 37"/>
          <p:cNvSpPr/>
          <p:nvPr userDrawn="1"/>
        </p:nvSpPr>
        <p:spPr>
          <a:xfrm>
            <a:off x="9321165" y="65455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3"/>
            <a:ext cx="12191997" cy="685799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16200000">
            <a:off x="7047657" y="5295056"/>
            <a:ext cx="919068" cy="2206819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r="88033" b="18819"/>
          <a:stretch>
            <a:fillRect/>
          </a:stretch>
        </p:blipFill>
        <p:spPr>
          <a:xfrm rot="5400000" flipV="1">
            <a:off x="3573474" y="-419206"/>
            <a:ext cx="598374" cy="1436786"/>
          </a:xfrm>
          <a:custGeom>
            <a:avLst/>
            <a:gdLst>
              <a:gd name="connsiteX0" fmla="*/ 0 w 736592"/>
              <a:gd name="connsiteY0" fmla="*/ 0 h 1768667"/>
              <a:gd name="connsiteX1" fmla="*/ 52503 w 736592"/>
              <a:gd name="connsiteY1" fmla="*/ 3082 h 1768667"/>
              <a:gd name="connsiteX2" fmla="*/ 736592 w 736592"/>
              <a:gd name="connsiteY2" fmla="*/ 884333 h 1768667"/>
              <a:gd name="connsiteX3" fmla="*/ 52503 w 736592"/>
              <a:gd name="connsiteY3" fmla="*/ 1765585 h 1768667"/>
              <a:gd name="connsiteX4" fmla="*/ 0 w 736592"/>
              <a:gd name="connsiteY4" fmla="*/ 1768667 h 176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592" h="1768667">
                <a:moveTo>
                  <a:pt x="0" y="0"/>
                </a:moveTo>
                <a:lnTo>
                  <a:pt x="52503" y="3082"/>
                </a:lnTo>
                <a:cubicBezTo>
                  <a:pt x="436745" y="48445"/>
                  <a:pt x="736592" y="425682"/>
                  <a:pt x="736592" y="884333"/>
                </a:cubicBezTo>
                <a:cubicBezTo>
                  <a:pt x="736592" y="1342985"/>
                  <a:pt x="436745" y="1720222"/>
                  <a:pt x="52503" y="1765585"/>
                </a:cubicBezTo>
                <a:lnTo>
                  <a:pt x="0" y="1768667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0" name="圆角矩形 29"/>
          <p:cNvSpPr/>
          <p:nvPr userDrawn="1"/>
        </p:nvSpPr>
        <p:spPr>
          <a:xfrm>
            <a:off x="0" y="6570000"/>
            <a:ext cx="12191365" cy="288000"/>
          </a:xfrm>
          <a:prstGeom prst="roundRect">
            <a:avLst>
              <a:gd name="adj" fmla="val 0"/>
            </a:avLst>
          </a:prstGeom>
          <a:solidFill>
            <a:srgbClr val="4E83FE">
              <a:alpha val="75000"/>
            </a:srgbClr>
          </a:solidFill>
          <a:ln>
            <a:noFill/>
          </a:ln>
          <a:effectLst>
            <a:outerShdw blurRad="393700" dist="63500" dir="5400000" algn="t" rotWithShape="0">
              <a:srgbClr val="4E83FE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400" b="1" u="sng"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+mn-ea"/>
            </a:endParaRPr>
          </a:p>
        </p:txBody>
      </p: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4010" y="200025"/>
            <a:ext cx="1412914" cy="432000"/>
          </a:xfrm>
          <a:prstGeom prst="rect">
            <a:avLst/>
          </a:prstGeom>
        </p:spPr>
      </p:pic>
      <p:pic>
        <p:nvPicPr>
          <p:cNvPr id="4" name="图片 3" descr="未标题-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44424" y="6143875"/>
            <a:ext cx="1613068" cy="648000"/>
          </a:xfrm>
          <a:prstGeom prst="rect">
            <a:avLst/>
          </a:prstGeom>
        </p:spPr>
      </p:pic>
      <p:sp>
        <p:nvSpPr>
          <p:cNvPr id="38" name="矩形 37"/>
          <p:cNvSpPr/>
          <p:nvPr userDrawn="1"/>
        </p:nvSpPr>
        <p:spPr>
          <a:xfrm>
            <a:off x="334010" y="6532880"/>
            <a:ext cx="2397125" cy="2527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p>
            <a:pPr lvl="0" algn="di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课程咨询</a:t>
            </a:r>
            <a:r>
              <a:rPr lang="en-US" altLang="zh-CN" sz="1000" i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微信：sihai3232 / sihai1332</a:t>
            </a:r>
            <a:endParaRPr lang="en-US" altLang="zh-CN" sz="1000" i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image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圆角矩形 10"/>
          <p:cNvSpPr/>
          <p:nvPr userDrawn="1"/>
        </p:nvSpPr>
        <p:spPr>
          <a:xfrm>
            <a:off x="606001" y="1318261"/>
            <a:ext cx="10980000" cy="4221480"/>
          </a:xfrm>
          <a:prstGeom prst="roundRect">
            <a:avLst>
              <a:gd name="adj" fmla="val 54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6001" y="476250"/>
            <a:ext cx="2001628" cy="612000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/>
        </p:nvGrpSpPr>
        <p:grpSpPr>
          <a:xfrm>
            <a:off x="1046993" y="6011696"/>
            <a:ext cx="920109" cy="118536"/>
            <a:chOff x="908146" y="1355577"/>
            <a:chExt cx="920109" cy="118536"/>
          </a:xfrm>
        </p:grpSpPr>
        <p:sp>
          <p:nvSpPr>
            <p:cNvPr id="14" name="椭圆 13"/>
            <p:cNvSpPr/>
            <p:nvPr/>
          </p:nvSpPr>
          <p:spPr>
            <a:xfrm>
              <a:off x="908146" y="1355577"/>
              <a:ext cx="118536" cy="118536"/>
            </a:xfrm>
            <a:prstGeom prst="ellipse">
              <a:avLst/>
            </a:prstGeom>
            <a:solidFill>
              <a:srgbClr val="417D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175337" y="1355577"/>
              <a:ext cx="118536" cy="118536"/>
            </a:xfrm>
            <a:prstGeom prst="ellipse">
              <a:avLst/>
            </a:prstGeom>
            <a:solidFill>
              <a:srgbClr val="417DF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442528" y="1355577"/>
              <a:ext cx="118536" cy="118536"/>
            </a:xfrm>
            <a:prstGeom prst="ellipse">
              <a:avLst/>
            </a:prstGeom>
            <a:solidFill>
              <a:srgbClr val="417DF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709719" y="1355577"/>
              <a:ext cx="118536" cy="118536"/>
            </a:xfrm>
            <a:prstGeom prst="ellipse">
              <a:avLst/>
            </a:prstGeom>
            <a:solidFill>
              <a:srgbClr val="417DFD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pic>
        <p:nvPicPr>
          <p:cNvPr id="4" name="图片 3" descr="面试见！"/>
          <p:cNvPicPr>
            <a:picLocks noChangeAspect="1"/>
          </p:cNvPicPr>
          <p:nvPr userDrawn="1"/>
        </p:nvPicPr>
        <p:blipFill>
          <a:blip r:embed="rId4"/>
          <a:srcRect b="6773"/>
          <a:stretch>
            <a:fillRect/>
          </a:stretch>
        </p:blipFill>
        <p:spPr>
          <a:xfrm>
            <a:off x="7987030" y="3895090"/>
            <a:ext cx="3035300" cy="29629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259"/>
          <p:cNvSpPr>
            <a:spLocks noChangeArrowheads="1"/>
          </p:cNvSpPr>
          <p:nvPr userDrawn="1"/>
        </p:nvSpPr>
        <p:spPr bwMode="auto">
          <a:xfrm>
            <a:off x="1223645" y="1814168"/>
            <a:ext cx="7196455" cy="676910"/>
          </a:xfrm>
          <a:prstGeom prst="rect">
            <a:avLst/>
          </a:prstGeom>
          <a:noFill/>
          <a:ln>
            <a:noFill/>
          </a:ln>
          <a:effectLst>
            <a:outerShdw blurRad="152400" dist="38100" dir="30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defTabSz="913765">
              <a:spcBef>
                <a:spcPct val="20000"/>
              </a:spcBef>
            </a:pPr>
            <a:r>
              <a:rPr lang="zh-CN" altLang="en-US" sz="4400" b="1" cap="all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24下半年申论系统班</a:t>
            </a:r>
            <a:endParaRPr lang="zh-CN" altLang="en-US" sz="4400" b="1" cap="all" dirty="0" smtClea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CN SemiBold" panose="02020600000000000000" pitchFamily="18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223645" y="4083685"/>
            <a:ext cx="2045335" cy="275590"/>
          </a:xfrm>
          <a:prstGeom prst="rect">
            <a:avLst/>
          </a:prstGeom>
        </p:spPr>
        <p:txBody>
          <a:bodyPr wrap="square">
            <a:spAutoFit/>
          </a:bodyPr>
          <a:p>
            <a:pPr algn="dist" defTabSz="914400">
              <a:defRPr/>
            </a:pPr>
            <a:r>
              <a:rPr lang="en-US" altLang="zh-CN" sz="120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思源宋体 CN SemiBold" panose="02020600000000000000" pitchFamily="18" charset="-122"/>
              </a:rPr>
              <a:t>SIHAI GONG KAO</a:t>
            </a:r>
            <a:endParaRPr lang="en-US" altLang="zh-CN" sz="1200" dirty="0" smtClea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223645" y="5175885"/>
            <a:ext cx="3028315" cy="746125"/>
          </a:xfrm>
          <a:prstGeom prst="roundRect">
            <a:avLst>
              <a:gd name="adj" fmla="val 50000"/>
            </a:avLst>
          </a:prstGeom>
          <a:solidFill>
            <a:srgbClr val="4E83FE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 dirty="0">
              <a:solidFill>
                <a:schemeClr val="bg1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341633" y="3842254"/>
            <a:ext cx="618118" cy="0"/>
          </a:xfrm>
          <a:prstGeom prst="line">
            <a:avLst/>
          </a:prstGeom>
          <a:ln>
            <a:solidFill>
              <a:srgbClr val="417D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1341633" y="1451126"/>
            <a:ext cx="920109" cy="118536"/>
            <a:chOff x="908146" y="1355577"/>
            <a:chExt cx="920109" cy="118536"/>
          </a:xfrm>
        </p:grpSpPr>
        <p:sp>
          <p:nvSpPr>
            <p:cNvPr id="21" name="椭圆 20"/>
            <p:cNvSpPr/>
            <p:nvPr/>
          </p:nvSpPr>
          <p:spPr>
            <a:xfrm>
              <a:off x="908146" y="1355577"/>
              <a:ext cx="118536" cy="118536"/>
            </a:xfrm>
            <a:prstGeom prst="ellipse">
              <a:avLst/>
            </a:prstGeom>
            <a:solidFill>
              <a:srgbClr val="417D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175337" y="1355577"/>
              <a:ext cx="118536" cy="118536"/>
            </a:xfrm>
            <a:prstGeom prst="ellipse">
              <a:avLst/>
            </a:prstGeom>
            <a:solidFill>
              <a:srgbClr val="417DFD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442528" y="1355577"/>
              <a:ext cx="118536" cy="118536"/>
            </a:xfrm>
            <a:prstGeom prst="ellipse">
              <a:avLst/>
            </a:prstGeom>
            <a:solidFill>
              <a:srgbClr val="417DFD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709719" y="1355577"/>
              <a:ext cx="118536" cy="118536"/>
            </a:xfrm>
            <a:prstGeom prst="ellipse">
              <a:avLst/>
            </a:prstGeom>
            <a:solidFill>
              <a:srgbClr val="417DFD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endParaRPr lang="zh-CN" altLang="en-US" sz="1600" dirty="0">
                <a:solidFill>
                  <a:schemeClr val="tx2"/>
                </a:solidFill>
                <a:latin typeface="思源宋体 CN SemiBold" panose="02020600000000000000" pitchFamily="18" charset="-122"/>
                <a:ea typeface="思源宋体 CN SemiBold" panose="02020600000000000000" pitchFamily="18" charset="-122"/>
                <a:cs typeface="+mn-ea"/>
                <a:sym typeface="思源宋体 CN SemiBold" panose="02020600000000000000" pitchFamily="18" charset="-122"/>
              </a:endParaRPr>
            </a:p>
          </p:txBody>
        </p:sp>
      </p:grpSp>
      <p:sp>
        <p:nvSpPr>
          <p:cNvPr id="25" name="矩形 24"/>
          <p:cNvSpPr/>
          <p:nvPr userDrawn="1"/>
        </p:nvSpPr>
        <p:spPr>
          <a:xfrm>
            <a:off x="1592898" y="5410649"/>
            <a:ext cx="228981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ctr" defTabSz="914400">
              <a:defRPr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思源宋体 CN SemiBold" panose="02020600000000000000" pitchFamily="18" charset="-122"/>
              </a:rPr>
              <a:t>四海讲师：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思源宋体 CN SemiBold" panose="02020600000000000000" pitchFamily="18" charset="-122"/>
              </a:rPr>
              <a:t>飞扬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26" name="矩形 259"/>
          <p:cNvSpPr>
            <a:spLocks noChangeArrowheads="1"/>
          </p:cNvSpPr>
          <p:nvPr userDrawn="1"/>
        </p:nvSpPr>
        <p:spPr bwMode="auto">
          <a:xfrm>
            <a:off x="1223645" y="2506345"/>
            <a:ext cx="8220075" cy="1230630"/>
          </a:xfrm>
          <a:prstGeom prst="rect">
            <a:avLst/>
          </a:prstGeom>
          <a:noFill/>
          <a:ln>
            <a:noFill/>
          </a:ln>
          <a:effectLst>
            <a:outerShdw blurRad="152400" dist="38100" dir="3000000" algn="t" rotWithShape="0">
              <a:prstClr val="black">
                <a:alpha val="1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defTabSz="913765">
              <a:spcBef>
                <a:spcPct val="20000"/>
              </a:spcBef>
            </a:pPr>
            <a:r>
              <a:rPr lang="zh-CN" altLang="en-US" sz="8000" b="1" cap="all" dirty="0" smtClean="0">
                <a:gradFill>
                  <a:gsLst>
                    <a:gs pos="100000">
                      <a:srgbClr val="4E83FE"/>
                    </a:gs>
                    <a:gs pos="15000">
                      <a:schemeClr val="tx2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申论</a:t>
            </a:r>
            <a:r>
              <a:rPr lang="zh-CN" sz="8000" b="1" cap="all" dirty="0" smtClean="0">
                <a:gradFill>
                  <a:gsLst>
                    <a:gs pos="100000">
                      <a:srgbClr val="4E83FE"/>
                    </a:gs>
                    <a:gs pos="15000">
                      <a:schemeClr val="tx2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总结课（</a:t>
            </a:r>
            <a:r>
              <a:rPr lang="en-US" altLang="zh-CN" sz="8000" b="1" cap="all" dirty="0" smtClean="0">
                <a:gradFill>
                  <a:gsLst>
                    <a:gs pos="100000">
                      <a:srgbClr val="4E83FE"/>
                    </a:gs>
                    <a:gs pos="15000">
                      <a:schemeClr val="tx2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CN SemiBold" panose="02020600000000000000" pitchFamily="18" charset="-122"/>
              </a:rPr>
              <a:t>1)</a:t>
            </a:r>
            <a:endParaRPr lang="en-US" altLang="zh-CN" sz="8000" b="1" cap="all" dirty="0" smtClean="0">
              <a:gradFill>
                <a:gsLst>
                  <a:gs pos="100000">
                    <a:srgbClr val="4E83FE"/>
                  </a:gs>
                  <a:gs pos="15000">
                    <a:schemeClr val="tx2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宋体 CN SemiBold" panose="02020600000000000000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7175" y="522605"/>
            <a:ext cx="11516360" cy="353822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阅读方法</a:t>
            </a:r>
            <a:endParaRPr lang="zh-CN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、案例型材料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背景（特点：以描述性语言为主，一般不出要点，跳读）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主体（按照自然段进行概括提炼）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结尾（总结性内容，一般概括题不出点）</a:t>
            </a:r>
            <a:endParaRPr lang="zh-CN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424624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三遍阅读法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、第一遍阅读，找最核心内容，进行勾画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结束后，估算字数，字数少的情况下，可以数字数。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、第二遍阅读，多删少补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字数多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对内容进行压缩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字数少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对内容进行扩充，再加上疑似的要点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、第三遍阅读，查缺补漏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516953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查找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要点的原则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1、优先用总结句原则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2、语句逻辑原则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上位词替代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3、高度概括原则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细致程度选择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4、主体一致原则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5、尊重原文原则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材料规范直接用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归纳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当概括题题干或者要求中出现归纳、分类、总结、观点明确等要求时，需要对材料内容进行归纳，另外如果概括题字数大于等于300字，可以进行归纳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维度归纳法本质：概括段意，用核心关键词对材料内容进行概括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239966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概括变化：题干中要求对主体变化进行概括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材料中如果有原来情况需要在答案中体现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变化的内容根据题干的设问来确定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概括题题型分类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概括变化：题干中要求对主体变化进行概括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材料中如果有原来情况需要在答案中体现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变化的内容根据题干的设问来确定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516953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概括做法：从材料中查找主体的具体做法，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主体唯一情况下可以省略，重点找材料中的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动宾短语，字数少的情况下，只写做法，字数多的情况下，可以写效果。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做法和效果的区分方法：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看先后，做法在前，效果在后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看动词，效果前动词通常能够体现出变化，如改善、提升、完善、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提高、有利于等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看时态，完成时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了体现效果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普适性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1410315" cy="101473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概括特点：题干中要求对某个事物的特点进行概括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特点是区分于其他主体，自己所独有的特征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239966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概括作用：题干中要求就某个事物作用（好处、效果等）进行概括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作用是采取某个做法后产生的效果，如果字数少则直接写效果，字数多则可以把做法带出来，以做法+效果方式进行概括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概括问题：题干要求对问题进行概括，从材料中直接查找问题表现列出即可，字数多可概括性说明危害，字数少则不写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概括原因：题干要求就某个内容的原因进行概括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好事的原因是做法，字数多可以带点好处坏事的原因是问题，字数多可以带点危害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中性事物：材料里有什么写什么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分析理解类题目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针对材料中给出的内容进行深入分析（单一问题分析）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包括但不限于分析原因、意义、影响、优势等内容，题干一般会给出一个单一内容要求分析，问什么答什么答题结构上按照并列关系组织答案要点即可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1.分析原因：好事原因是做法，坏事原因是问题，中性内容有什么答什么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二、根据“给定材料3”，请分析为什么仙路控股有限公司遇到了“中年危机”，而国欣家居却能实现“蝶变”。（20分）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要求：紧扣材料，准确全面；分析透彻，条理清晰；不超过300字。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2.分析优势：从材料中寻找有利的条件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（二）根据材料4，分析说明粤港澳三地推进文化交流合作，共建人文湾区的优势。(30分)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要求：分析透彻全面，不超过300字。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3.分析作用：从材料中给出的内容分析对象体现出的好处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问题二：请根据材料4，分析说明“众创空间”对于“推动大众创业万众创新”的积极作用。（本题30分） 要求：分析全面透彻，条理清晰，表达准确，篇幅不超过300字。 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239966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4.分析影响：某个事物起到的正面和负面的作用，都可以视为是影响，所以影响包括了好处和危害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2、根据“给定资料5-6”，分析电动汽车销售模式的变化及其给电动汽车市场带来的影响。（20分） 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要求：内容全面、分析透彻、条理清晰，不超过300字。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1.现象类的观点题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对现象表态：正确、错误、</a:t>
            </a:r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利弊兼具的表态：</a:t>
            </a:r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需要加强引导规范      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论证好处、问题     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措施部分好现象说如何借鉴，存在问题的现象说怎样解决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2.政策类的现象题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即材料中给出政府的做法，要求考生对这一做法进行评论、评析，这类题目一般来说分成正确和利弊两类。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（1）好政策：表态值得肯定   分析好处   措施写如何落实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一、请对“给定材料1”中快递员参与社会基层治理的做法加以评析。（15分）</a:t>
            </a:r>
            <a:endParaRPr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要求：观点正确，分析透彻；不超过200字。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（2）利大于弊：表态：这一做法值得肯定，但需要避免在执行过程中的问题        分析部分利多弊少     措施写如何解决弊端（措施从材料中提炼或根据问题反推）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一、请根据“给定材料2”,谈谈你对Q县干部直播带货的认识。(20分)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要求：观点明确，分析全面，条理清晰；不超过350字。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470789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（3）弊大于利：表态：这种做法的初衷是好的，但具体做法并不妥当       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分析部分弊多利少     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措施部分另谋他策（根据问题和自身积累提出做法）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2．给定资料5中J市城市管理执法支队所开展的春联春贴专项整治活动，遭到网民质疑和民间舆论的抵制，请你对这一事件做出评析。（15分）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要求：分析透彻，观点正确，篇幅250字左右。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观点类的现象题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材料中给出一个观点，要求针对观点谈看法，或者对观点进行评价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作答思路：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首先对观点进行表态，认同、不认同，观点片面等；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分析部分进行论证，查找支持或反对的内容，对自己的观点进行论证；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第三部分提出相应措施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三、语句理解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词语理解：题干中给出一个词语，要求考生谈理解、认识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首先要对这个短语进行解释，说明下这个词语的意思，其次进行分析，围绕材料中给出的内容，对这个词语的成因、影响等方面的内容进行分析，最后说明这个词语带给我们的启示。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2399665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消极词汇在分析过程中通常分析成因和危害：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四、“给定材料4”中的座谈会上，主持人说：“如果不能打破这种种‘遮蔽’，就拿不出有份量的作品。”请谈谈你对“种种‘遮蔽’”的理解。（15分）要求：观点明确，紧扣材料，准确全面。不超过200字。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784600"/>
          </a:xfrm>
          <a:prstGeom prst="rect">
            <a:avLst/>
          </a:prstGeom>
        </p:spPr>
        <p:txBody>
          <a:bodyPr wrap="square">
            <a:spAutoFit/>
          </a:bodyPr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语句理解题：题干中给出一句话，需要进行理解分析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解释或说明+阐释分析+启示做法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当一句话就是字面意思的时候，就可以对这句话进行说明，其强调了什么；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r>
              <a:rPr lang="zh-CN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当一句话内容不直接，就需要对这句话进行解释，指出这句话的具体意思</a:t>
            </a:r>
            <a:endParaRPr lang="zh-CN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80060" algn="just"/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2730" y="740410"/>
            <a:ext cx="10278745" cy="3322955"/>
          </a:xfrm>
          <a:prstGeom prst="rect">
            <a:avLst/>
          </a:prstGeom>
        </p:spPr>
        <p:txBody>
          <a:bodyPr wrap="square">
            <a:spAutoFit/>
          </a:bodyPr>
          <a:p>
            <a:pPr indent="304800" algn="just"/>
            <a:r>
              <a:rPr lang="zh-CN" sz="3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四、比较分析</a:t>
            </a:r>
            <a:endParaRPr lang="zh-CN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indent="304800" algn="just"/>
            <a:endParaRPr lang="zh-CN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indent="304800" algn="just"/>
            <a:r>
              <a:rPr lang="zh-CN" sz="3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抓住一个主体，并对内容进行比较</a:t>
            </a:r>
            <a:endParaRPr lang="zh-CN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indent="304800" algn="just"/>
            <a:endParaRPr lang="zh-CN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indent="304800" algn="just"/>
            <a:r>
              <a:rPr lang="zh-CN" sz="3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不同点</a:t>
            </a:r>
            <a:r>
              <a:rPr lang="en-US" altLang="zh-CN" sz="3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 A……B……</a:t>
            </a:r>
            <a:endParaRPr lang="en-US" altLang="zh-CN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indent="304800" algn="just"/>
            <a:endParaRPr lang="zh-CN" altLang="en-US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indent="304800" algn="just"/>
            <a:r>
              <a:rPr lang="zh-CN" altLang="en-US" sz="3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不同点</a:t>
            </a:r>
            <a:r>
              <a:rPr lang="en-US" altLang="zh-CN" sz="3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2A……B……</a:t>
            </a:r>
            <a:endParaRPr lang="zh-CN" altLang="en-US" sz="3000" b="1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59"/>
          <p:cNvSpPr>
            <a:spLocks noChangeArrowheads="1"/>
          </p:cNvSpPr>
          <p:nvPr userDrawn="1"/>
        </p:nvSpPr>
        <p:spPr bwMode="auto">
          <a:xfrm>
            <a:off x="2235835" y="1969135"/>
            <a:ext cx="7793990" cy="293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l">
              <a:buNone/>
            </a:pPr>
            <a:r>
              <a:rPr lang="zh-CN" altLang="en-US" sz="9600" b="1" cap="all" spc="300" dirty="0">
                <a:solidFill>
                  <a:srgbClr val="4E83FE"/>
                </a:solidFill>
                <a:cs typeface="+mn-ea"/>
                <a:sym typeface="思源宋体 CN SemiBold" panose="02020600000000000000" pitchFamily="18" charset="-122"/>
              </a:rPr>
              <a:t>下课啦同学们岸上见！</a:t>
            </a:r>
            <a:endParaRPr lang="zh-CN" altLang="en-US" sz="9600" b="1" cap="all" spc="300" dirty="0">
              <a:solidFill>
                <a:srgbClr val="4E83FE"/>
              </a:solidFill>
              <a:cs typeface="+mn-ea"/>
              <a:sym typeface="思源宋体 CN SemiBold" panose="02020600000000000000" pitchFamily="18" charset="-122"/>
            </a:endParaRPr>
          </a:p>
        </p:txBody>
      </p:sp>
      <p:sp>
        <p:nvSpPr>
          <p:cNvPr id="36" name="Cross 17"/>
          <p:cNvSpPr/>
          <p:nvPr userDrawn="1"/>
        </p:nvSpPr>
        <p:spPr>
          <a:xfrm>
            <a:off x="9895706" y="1913583"/>
            <a:ext cx="252000" cy="252000"/>
          </a:xfrm>
          <a:prstGeom prst="plus">
            <a:avLst>
              <a:gd name="adj" fmla="val 36980"/>
            </a:avLst>
          </a:prstGeom>
          <a:solidFill>
            <a:srgbClr val="4E8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endParaRPr lang="en-US">
              <a:solidFill>
                <a:srgbClr val="4E83FE"/>
              </a:solidFill>
              <a:latin typeface="思源宋体 CN SemiBold" panose="02020600000000000000" pitchFamily="18" charset="-122"/>
              <a:ea typeface="思源宋体 CN SemiBold" panose="02020600000000000000" pitchFamily="18" charset="-122"/>
              <a:cs typeface="+mn-ea"/>
              <a:sym typeface="思源宋体 CN SemiBold" panose="02020600000000000000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2448</Words>
  <Application>WPS 演示</Application>
  <PresentationFormat>宽屏</PresentationFormat>
  <Paragraphs>160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思源宋体 CN SemiBold</vt:lpstr>
      <vt:lpstr>微软雅黑</vt:lpstr>
      <vt:lpstr>Arial Unicode MS</vt:lpstr>
      <vt:lpstr>Calibri</vt:lpstr>
      <vt:lpstr>等线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michael</cp:lastModifiedBy>
  <cp:revision>184</cp:revision>
  <dcterms:created xsi:type="dcterms:W3CDTF">2019-06-19T02:08:00Z</dcterms:created>
  <dcterms:modified xsi:type="dcterms:W3CDTF">2024-08-18T07:56:55Z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1EFE6721DB2C46BCB07F6E8DB8B14030_13</vt:lpwstr>
  </property>
</Properties>
</file>